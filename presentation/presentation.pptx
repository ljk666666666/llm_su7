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重要性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用户评论数</c:v>
                  </c:pt>
                  <c:pt idx="1">
                    <c:v>是否一级评论</c:v>
                  </c:pt>
                  <c:pt idx="2">
                    <c:v>微博评论数</c:v>
                  </c:pt>
                  <c:pt idx="3">
                    <c:v>评论长度</c:v>
                  </c:pt>
                  <c:pt idx="4">
                    <c:v>时间索引</c:v>
                  </c:pt>
                  <c:pt idx="5">
                    <c:v>发布小时</c:v>
                  </c:pt>
                  <c:pt idx="6">
                    <c:v>最大相似度</c:v>
                  </c:pt>
                  <c:pt idx="7">
                    <c:v>表情数</c:v>
                  </c:pt>
                  <c:pt idx="8">
                    <c:v>感叹号数</c:v>
                  </c:pt>
                  <c:pt idx="9">
                    <c:v>重复次数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0.314</c:v>
                </c:pt>
                <c:pt idx="1">
                  <c:v>0.266</c:v>
                </c:pt>
                <c:pt idx="2">
                  <c:v>0.211</c:v>
                </c:pt>
                <c:pt idx="3">
                  <c:v>0.058</c:v>
                </c:pt>
                <c:pt idx="4">
                  <c:v>0.042</c:v>
                </c:pt>
                <c:pt idx="5">
                  <c:v>0.035</c:v>
                </c:pt>
                <c:pt idx="6">
                  <c:v>0.028</c:v>
                </c:pt>
                <c:pt idx="7">
                  <c:v>0.018</c:v>
                </c:pt>
                <c:pt idx="8">
                  <c:v>0.015</c:v>
                </c:pt>
                <c:pt idx="9">
                  <c:v>0.013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重要性得分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基于自然梯度提升的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社交媒体评论热度预测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以小米SU7微博数据为例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73152" cy="34747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社交媒体热度预测的重要性
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舆情监控与品牌管理
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内容推荐系统优化
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信息传播规律研究
</a:t>
            </a:r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小米SU7发布引发热议
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2024年3月28日正式发布
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小米首款新能源汽车
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社交媒体广泛讨论
</a:t>
            </a:r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数据特点
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长尾分布：少数热门评论获得大量互动
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时效性强：热度随时间快速衰减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研究挑战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CF0F1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长尾分布问题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传统MSE不适用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大数预测微小误差被过度惩罚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需要关注相对误差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CF0F1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不确定性量化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模型需要知道"自己不知道什么"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输出预测置信度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概率预测而非点估计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CF0F1"/>
          </a:solidFill>
          <a:ln w="12700">
            <a:solidFill>
              <a:srgbClr val="2E40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特征表示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多模态特征融合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文本、用户、时序信息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重复/相似内容检测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数据集构建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新浪微博平台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时间范围：2024.3.27 - 2024.4.14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采集方式：隧道代理绕过反爬虫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检查点机制支持断点续传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371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271,452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条评论数据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数据集划分 (8:1:1)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7772400" cy="10972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样本数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占比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训练集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217,162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27,145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27,145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特征工程（4类17维）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8F6F3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基础特征 (7维)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用户评论数、是否认证、是否一级评论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微博评论数、发布时间（小时/星期/工作日）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DF2E9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文本特征 (6维)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1554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评论长度、感叹号数、问号数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表情数、话题标签、小米关键词数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5EEF8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LDA主题 (1维)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潜在狄利克雷分配主题模型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性能讨论 / 安全话题 / 品牌对比...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时间密度 (3维)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3383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时间顺序索引、最大相似度、重复次数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MinHash算法高效检测相似评论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MinHash相似度检测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算法原理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文本转换为N-gram集合 (N=3)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使用128个哈希函数计算MinHash签名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通过Jaccard相似度估计文本相似度
</a:t>
            </a:r>
            <a:pPr indent="0" marL="0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优化策略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滑动窗口：维护近10,000条评论的签名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全局TopK：记录高频重复文本（出现&gt;3次）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"老梗"记忆机制
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0" y="13716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F8F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复杂度对比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9202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暴力计算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O(n²)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0" y="19202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MinHash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O(n·k)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哈希函数数量 (128)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NGBoost模型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自然梯度提升 (Natural Gradient Boosting)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基于梯度提升的概率预测方法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直接拟合条件概率分布参数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同时输出预测均值 μ 和标准差 σ
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EF9E7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对数尺度NLL损失函数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0.5 · log(σ²) + [log(y+10) - log(μ+10)]² / (2σ²)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模型配置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3657600" cy="82296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n_estimators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max_depth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learning_rate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BGE神经网络架构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模型架构流程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2E40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4类文本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预处理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6616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6A085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BGE编码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1208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特征拼接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双预测头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14984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C2833"/>
          </a:solidFill>
          <a:ln/>
        </p:spPr>
      </p:sp>
      <p:sp>
        <p:nvSpPr>
          <p:cNvPr id="24" name="Text 22"/>
          <p:cNvSpPr/>
          <p:nvPr/>
        </p:nvSpPr>
        <p:spPr>
          <a:xfrm>
            <a:off x="1014984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(μ, σ)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3774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BGE-base-zh-v1.5
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768维中文文本嵌入
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编码4类文本：评论/微博/根评论/父评论
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默认冻结，支持微调
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0" y="23774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VIP用户白名单
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19个高频用户保留原始ID
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雷军、小米官方、卢伟冰...
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其他@用户替换为 _USER_
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Cross-Attention融合
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评论向量作为Query
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上下文（微博/父评论）作为Key/Value
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自适应融合上下文信息
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3749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双预测头
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均值头：预测子评论数
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方差头：预测不确定性
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Softplus激活保证正值
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评价指标体系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8F8F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精度指标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MSLE (均方对数误差)
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关注相对误差，适合长尾分布
</a:t>
            </a:r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ACP@20% (容忍区间准确率)
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|y - ŷ| ≤ max(20%·y, 5)
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直观反映预测实用价值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DF2E9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不确定性指标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NLL (负对数似然)
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评估真实值在预测分布中的概率
</a:t>
            </a:r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PICP@95% (置信区间覆盖率)
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真实值落在95%置信区间的比例
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理想值接近95%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ACP@20%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PICP@95%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训练集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0.0179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98.15%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0.0283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97.61%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94.14%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0.0347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97.61%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94.44%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ACP@20% 达到 97.61%：</a:t>
            </a:r>
            <a:pPr indent="0" marL="0">
              <a:buNone/>
            </a:pPr>
            <a:r>
              <a:rPr lang="en-US" sz="1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绝大多数预测在20%容忍范围内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PICP@95% 接近 95%：</a:t>
            </a:r>
            <a:pPr indent="0" marL="0">
              <a:buNone/>
            </a:pPr>
            <a:r>
              <a:rPr lang="en-US" sz="1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不确定性估计校准良好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R² 较低但符合预期：</a:t>
            </a:r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社交媒体数据固有的随机性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训练集与验证集差距：</a:t>
            </a:r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提示可能存在过拟合，但泛化仍可接受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特征重要性分析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188720"/>
            <a:ext cx="3108960" cy="3200400"/>
          </a:xfrm>
          <a:prstGeom prst="roundRect">
            <a:avLst>
              <a:gd name="adj" fmla="val 2941"/>
            </a:avLst>
          </a:prstGeom>
          <a:solidFill>
            <a:srgbClr val="F8F9FA"/>
          </a:solidFill>
          <a:ln w="12700">
            <a:solidFill>
              <a:srgbClr val="2E40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60720" y="173736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特征占比 79%
</a:t>
            </a:r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用户活跃度
</a:t>
            </a:r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活跃用户的评论更易获关注
</a:t>
            </a:r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评论层级
</a:t>
            </a:r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一级评论曝光度更高
</a:t>
            </a:r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微博热度
</a:t>
            </a:r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热门微博下的评论互动更多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基线方法对比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不确定性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GBDT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0.0288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LightGBM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0.0286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NGBoost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0.0283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NGBoost 不仅在预测精度上优于所有基线方法，还是唯一支持不确定性估计的方法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结论与展望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主要贡献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数据集构建
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27万条小米SU7微博评论
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特征工程
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4类17维互补特征
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概率预测
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NGBoost + 对数NLL损失
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评价体系
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多维指标全面评估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未来工作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用户画像
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社交网络结构、历史互动模式
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时序建模
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捕捉热度动态演化规律
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跨平台验证
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推广到其他社交媒体平台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欢迎提问与讨论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基于自然梯度提升的社交媒体评论热度预测</dc:title>
  <dc:subject>PptxGenJS Presentation</dc:subject>
  <dc:creator>作者</dc:creator>
  <cp:lastModifiedBy>作者</cp:lastModifiedBy>
  <cp:revision>1</cp:revision>
  <dcterms:created xsi:type="dcterms:W3CDTF">2025-12-29T15:17:12Z</dcterms:created>
  <dcterms:modified xsi:type="dcterms:W3CDTF">2025-12-29T15:17:12Z</dcterms:modified>
</cp:coreProperties>
</file>